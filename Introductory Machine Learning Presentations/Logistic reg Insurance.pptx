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3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6CD48-6D3C-494D-8EDF-70528BEE5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7BE254-55CA-4B41-8C56-ABE217718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463B7-334D-48F2-93D7-5A2E332D3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DDF6-C44D-43A6-90E3-8C8A51803B15}" type="datetimeFigureOut">
              <a:rPr lang="en-CA" smtClean="0"/>
              <a:t>2020-10-12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F2C75-106E-445A-A4FF-2F3D36E34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B58E6-CA1E-4C7E-A126-9997D37DC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29535-2077-4EC4-A181-09E2523FE3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466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8091-29CA-42CB-B20D-A03E65245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DD673-D2CB-4466-B72A-D8298407D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88D1F-41C2-4B6F-9F8D-6157CE986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DDF6-C44D-43A6-90E3-8C8A51803B15}" type="datetimeFigureOut">
              <a:rPr lang="en-CA" smtClean="0"/>
              <a:t>2020-10-12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C2C3E-C69C-4EC7-8EC1-F455A54BE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B85B2-59F9-4A13-88AC-556C5E110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29535-2077-4EC4-A181-09E2523FE3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362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933E2-BDFA-4FD7-B600-1EDCC00AD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45398-9F72-456D-B8DF-00F18BA8D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032EC-857F-4E9F-B84C-2E2ABDDF3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DDF6-C44D-43A6-90E3-8C8A51803B15}" type="datetimeFigureOut">
              <a:rPr lang="en-CA" smtClean="0"/>
              <a:t>2020-10-12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321A4-21DD-474F-9CA4-4901BABAC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EC7E0-A6F6-48AE-B6D3-6C7ECF2B0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29535-2077-4EC4-A181-09E2523FE3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9342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1A3E0-8DFD-43F1-B5EC-D988E3BDD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F2081-429F-4461-B707-C19232191F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BD488-D3FC-4A33-BB2D-FA23B76771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56E323-9D25-47FA-85E1-DDEF704D7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DDF6-C44D-43A6-90E3-8C8A51803B15}" type="datetimeFigureOut">
              <a:rPr lang="en-CA" smtClean="0"/>
              <a:t>2020-10-12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C6207-4ED2-48CC-9A57-60162B3B5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1DFB5-92F8-4904-B092-89815C715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29535-2077-4EC4-A181-09E2523FE3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6619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5FD45-88F1-4D64-B22F-90A7C57D6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92385-03C9-4640-802C-3332C0AA0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D61A04-33A0-407D-949D-2EBB806F0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7113FD-E217-4E0D-B38D-F6C7CBBCF5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EF1ACE-BFE7-49EA-84BB-89923BBB0A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D12F6F-C188-432B-AF3B-8CF0C9361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DDF6-C44D-43A6-90E3-8C8A51803B15}" type="datetimeFigureOut">
              <a:rPr lang="en-CA" smtClean="0"/>
              <a:t>2020-10-12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25CA7-C590-4AD3-85AD-8B98538D6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FA9444-35AB-49A0-B2E5-26081B2F8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29535-2077-4EC4-A181-09E2523FE3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232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EE5E0-06E5-4A70-BD13-D439874CD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79B5C2-BE34-4977-80AB-E9BBF252B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DDF6-C44D-43A6-90E3-8C8A51803B15}" type="datetimeFigureOut">
              <a:rPr lang="en-CA" smtClean="0"/>
              <a:t>2020-10-12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1040D6-DAD3-4204-995D-8EDFD23E3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C03BAA-D94F-4251-A87C-80FCC0DE5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29535-2077-4EC4-A181-09E2523FE3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34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971AFF-0BF0-49EA-BAAB-86AE39AB7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DDF6-C44D-43A6-90E3-8C8A51803B15}" type="datetimeFigureOut">
              <a:rPr lang="en-CA" smtClean="0"/>
              <a:t>2020-10-12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24A57C-8141-4FC9-BDA5-F9B2BEA9A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C60B0-F3AC-43F7-8126-40A93DDCE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29535-2077-4EC4-A181-09E2523FE3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8650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12FE6-E985-426D-B441-8602A22D3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97CD4-18D4-4B48-B26D-A5325C59F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9CEB60-DCA9-43C5-A919-CDBAA33F30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DF1B3-675C-4ED5-A0C3-40BC2430B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DDF6-C44D-43A6-90E3-8C8A51803B15}" type="datetimeFigureOut">
              <a:rPr lang="en-CA" smtClean="0"/>
              <a:t>2020-10-12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142DE-BC02-4FA7-B3B4-B41A7D79A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A7AC6-C3C8-4231-BE19-7BA7AED1D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29535-2077-4EC4-A181-09E2523FE3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2340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ABB22-BF0B-4865-BB72-1AEFD3EC1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5B9D69-0C88-4B8A-8E4E-1992EADCBC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CC7984-7B61-45F6-9E9D-8FE20EB02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39FCDB-3125-4331-81B5-B8CD5C919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DDF6-C44D-43A6-90E3-8C8A51803B15}" type="datetimeFigureOut">
              <a:rPr lang="en-CA" smtClean="0"/>
              <a:t>2020-10-12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CD969-398C-4424-92D9-6A3AF698A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0B94AF-E2C0-4052-A1B8-0E847360D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29535-2077-4EC4-A181-09E2523FE3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33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6B1D4-E02D-41C7-ADD6-FE6D4D11E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AE6734-ED62-41EC-9A25-369D886F4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4C82F-7A55-48B9-B964-C4A70BE14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DDF6-C44D-43A6-90E3-8C8A51803B15}" type="datetimeFigureOut">
              <a:rPr lang="en-CA" smtClean="0"/>
              <a:t>2020-10-12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4C933-47DD-4017-A9BE-2EDE42265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15511-A8D4-4B19-AC9D-AB380936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29535-2077-4EC4-A181-09E2523FE3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3401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310E4A-28C1-4E92-84F1-CBEB0E39D6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B26B82-D39E-4B73-88F8-9BA1CC33E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163C3-B726-4E16-AA4A-A59B2E70D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DDF6-C44D-43A6-90E3-8C8A51803B15}" type="datetimeFigureOut">
              <a:rPr lang="en-CA" smtClean="0"/>
              <a:t>2020-10-12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EC351-3AE2-4A6E-9219-CB067F318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1B85A-ABB9-470A-8C00-CE606A3F7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29535-2077-4EC4-A181-09E2523FE3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6329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FE10E9-FD58-47EA-9CCD-E259A41F9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5D5B0-32F3-4DA0-B42B-1556F4753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7F840-B088-4AB3-A7E7-666F8F8002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5DDF6-C44D-43A6-90E3-8C8A51803B15}" type="datetimeFigureOut">
              <a:rPr lang="en-CA" smtClean="0"/>
              <a:t>2020-10-12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AFCD8-CD5B-4BEF-BAC6-1EDFB3F6C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EDF41-C27F-4B77-8A8F-5CE8A47CD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29535-2077-4EC4-A181-09E2523FE37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5744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CA4D0-32A0-4C33-940F-21361EE2FE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Insurance</a:t>
            </a:r>
            <a:br>
              <a:rPr lang="en-CA" dirty="0"/>
            </a:b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139B72-4513-441E-A395-58C329F0A0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11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08126-A54E-4E6A-934C-39E3DAD79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81327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Aim : </a:t>
            </a:r>
            <a:r>
              <a:rPr lang="en-US" b="1" u="sng" dirty="0"/>
              <a:t>Creating a model to predict whether a person will buy the insurance or not.</a:t>
            </a:r>
          </a:p>
          <a:p>
            <a:endParaRPr lang="en-US" dirty="0"/>
          </a:p>
          <a:p>
            <a:r>
              <a:rPr lang="en-US" dirty="0"/>
              <a:t>Logistic Regression - To solve classification problems.</a:t>
            </a:r>
          </a:p>
          <a:p>
            <a:r>
              <a:rPr lang="en-US" dirty="0"/>
              <a:t>Predicted Value (Y) is categorical / discrete.</a:t>
            </a:r>
          </a:p>
          <a:p>
            <a:r>
              <a:rPr lang="en-US" dirty="0"/>
              <a:t>Binary Classification - It has outcome as Yes/No or True/False.</a:t>
            </a:r>
          </a:p>
          <a:p>
            <a:r>
              <a:rPr lang="en-US" dirty="0"/>
              <a:t>Multiclass Classification - It has multiple categories for outcome.</a:t>
            </a:r>
          </a:p>
          <a:p>
            <a:r>
              <a:rPr lang="en-US" dirty="0"/>
              <a:t>In binary classification, the outcome is either 0 or 1 (Between 0-0.5 = 0 : Between 0.5-1 =1 ).</a:t>
            </a:r>
          </a:p>
          <a:p>
            <a:r>
              <a:rPr lang="en-US" dirty="0"/>
              <a:t>Sigmoid - It is a mathematical function having a characteristics S-shaped curve or Sigmoid curve. This curve exists between 0 and 1.</a:t>
            </a:r>
          </a:p>
          <a:p>
            <a:r>
              <a:rPr lang="en-US" dirty="0"/>
              <a:t>It is especially used for models where we have to predict the 'Probability' as an output, because the probability exists between 0 and 1. It converts the input into range 0 to 1.</a:t>
            </a:r>
          </a:p>
          <a:p>
            <a:endParaRPr lang="en-US" dirty="0"/>
          </a:p>
          <a:p>
            <a:r>
              <a:rPr lang="en-US" dirty="0"/>
              <a:t>Step 1 - Importing Necessary Libraries</a:t>
            </a:r>
          </a:p>
          <a:p>
            <a:r>
              <a:rPr lang="en-US" dirty="0"/>
              <a:t>Step 2 - Importing the data-set</a:t>
            </a:r>
          </a:p>
          <a:p>
            <a:r>
              <a:rPr lang="en-US" dirty="0"/>
              <a:t>Drawing a Scatter plot to see the distribution of data-points</a:t>
            </a:r>
          </a:p>
          <a:p>
            <a:r>
              <a:rPr lang="en-US" dirty="0"/>
              <a:t>Step 3 - Training the model</a:t>
            </a:r>
          </a:p>
          <a:p>
            <a:r>
              <a:rPr lang="en-US" dirty="0"/>
              <a:t>Step 4 - Start Making Predictions</a:t>
            </a:r>
          </a:p>
          <a:p>
            <a:r>
              <a:rPr lang="en-US" dirty="0"/>
              <a:t>Checking the score of the model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23686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F4574-7E59-4283-8E0A-62CB619C8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Sigmoid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934D1-6A9F-43BF-85BC-66B60899B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A73960-E358-47D9-B661-5DAF93CAED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18" t="36551" r="50436" b="26015"/>
          <a:stretch/>
        </p:blipFill>
        <p:spPr>
          <a:xfrm>
            <a:off x="755374" y="1870557"/>
            <a:ext cx="7931426" cy="482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189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0B3D4-5D97-40F5-9D10-CEEAA3A55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8FDBD-76C0-43C4-B179-C5216B4AD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326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DF84-2126-4570-B93C-EF7E0379C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5DD72-C505-49AC-9344-ED55B694A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7969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8DDC9-7CB7-4FAF-A9F9-35E77A3CB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2649F-0EED-43BC-84EE-7AF4DFC30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6727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34984-7DF5-4ECE-ACE9-34078E727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C5F55-56E0-4C9D-822B-65E7C69DF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8431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C5FC6-5766-4FF7-A75C-C42D6AC9A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CF360-9AD7-4D2B-8C5E-0FBD0FB96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2140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DAFA2-82FA-47AC-BBD5-396653CC2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DD535-40AF-42FB-A6EF-DEF5F0DDD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6358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C4B86-5A9D-4D68-8F48-58EB17F44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26B95-011B-49B0-B9F3-411E81B4E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0377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59CF6-5851-4FE7-9811-8A322871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C42CD-36C2-43A8-B437-E9F9D8E2A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46847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187</Words>
  <Application>Microsoft Office PowerPoint</Application>
  <PresentationFormat>Widescreen</PresentationFormat>
  <Paragraphs>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Insurance </vt:lpstr>
      <vt:lpstr>PowerPoint Presentation</vt:lpstr>
      <vt:lpstr>Sigmoid curve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</dc:title>
  <dc:creator>navneet popli</dc:creator>
  <cp:lastModifiedBy>navneet popli</cp:lastModifiedBy>
  <cp:revision>4</cp:revision>
  <dcterms:created xsi:type="dcterms:W3CDTF">2020-10-12T15:02:20Z</dcterms:created>
  <dcterms:modified xsi:type="dcterms:W3CDTF">2020-10-12T15:53:34Z</dcterms:modified>
</cp:coreProperties>
</file>