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14DE1-580D-4CFD-A453-EFF946FF4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91A6-C2C0-4A31-9D3E-76FD12EA3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08F83-2032-48E1-AF3F-2C7C9D671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7CD8-C227-4BAF-92DA-DA9747AD0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7C856-DB74-462E-8C9C-54DCA29D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803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84B1-8546-4816-B013-BAA3CD17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720C8-F001-490E-B66C-3B2A67ED8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15E3C-545C-4DBC-A26D-CB41E021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A8C14-AFD6-4DDA-8947-646B5F5C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0EA71-BF22-4B70-962D-A78767B7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807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55C92-C897-4214-921D-B1ACEFE07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C5B39-F7F8-45AF-B615-BEC3E5AD6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3288B-9E61-46CF-AC15-39F306B1F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8E389-344F-4F71-9517-CEE1631C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CE4B4-7AC0-434D-A8FE-FA39EC9A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111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0788-5FF3-439E-9CBF-056473FB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C8053-A7D4-44F7-8466-1C4D2BB73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B1E92-2CA1-4624-8797-E190DE293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C19AF-2CA3-4E50-8EBE-EDDDC01F9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4A3B1-052F-4647-9252-CB11E0EB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9CF92-1D39-412A-9659-3CE17F9B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6008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1AF7-1F0A-44A2-9433-56DB06C5A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4F199-D0AD-4576-9D17-9184E486A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58BEC-EBA3-4EFF-AB64-2DFF81140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8A1814-43D2-4A29-AFB1-A0A240985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23483-4A6A-49A2-80A5-EB3283603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B8291-C8A9-4F54-8B68-E5659BE1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70F241-F14E-4C92-8F3A-4B1C445B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7FE38E-27A6-4AA2-BC60-4261E94E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3956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CA38A-96D8-415B-9A4A-C72F07B0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E3368-C928-4192-ACD2-E6AB5D23B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0EC38-FD8F-4C38-A117-8206F953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7BBD1-47E5-463F-91E7-6ED3A706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406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8EB585-B436-4E63-8E60-082561F7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88718-48FA-4A70-8333-A3B923CE1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DF479-EA7C-46F3-9D4F-C7949DE0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32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2EDF-47DE-4669-84C4-FBFDE685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2C93-EF98-4927-9505-6154738A6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1205D-63E4-43AD-A558-F000BBA6D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021BC-1D11-4081-AC2E-27FD30E0C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2E1A7-700E-476A-BCE6-57EED3F8A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6018D-7282-4B75-BE05-5A56EFEA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6164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8B74-A84C-4659-8255-8EB2852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83D5F-09CF-4A30-93D9-99F72F8EE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50BBC-9D47-411E-9594-043506101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FE298-9A40-465C-BFCA-14CC4591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578D5-B11C-4334-9F9C-8283C610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1E15C-6F10-4FDC-A5CD-503A3DD9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809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A71B1-9C64-4E48-9699-06D4361B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0E5398-6D59-4BEC-BF5E-14210C303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7E0B5-7BE6-4F31-87D0-118EAC62D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0E708-72CB-4216-A2CD-3D0664C5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1EFA1-A445-42BC-9E08-34B19FC2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666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5E7C3-30A9-4B44-8689-C7BE23AFF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5BE9-C272-4193-8A02-C3720CFA4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5C37E-8B6D-440D-90FB-2A81CE7E8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8CBF4-F9AE-48E9-801D-C59162B4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7E80D-A93D-4800-B2F3-9FE3A711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327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6D13D-A23C-47FB-ADF6-061832748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F6FD7-6A86-4622-986F-FCBC048D7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E5AC7-DEE5-4729-A8B3-85A7215C6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7951D-A18A-4736-9C62-7FA522A6C298}" type="datetimeFigureOut">
              <a:rPr lang="en-CA" smtClean="0"/>
              <a:t>04/11/2020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6AC18-1784-4A0D-9DD4-F0CEB0270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0F10E-2B5A-4C3C-9BED-2A890197C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ECA77-91C7-4216-A97B-2D9D1DAA668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349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C32B8-E3D4-461E-91C3-C0C429C39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Analyse Police </a:t>
            </a:r>
            <a:r>
              <a:rPr lang="en-CA" dirty="0" err="1"/>
              <a:t>checkpost</a:t>
            </a:r>
            <a:r>
              <a:rPr lang="en-CA" dirty="0"/>
              <a:t> 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D707C-9564-4541-A0C1-B1D671BA70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251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99CBC-1908-46C6-9BB6-2C5E2E908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Analysis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FC607-302F-4ABF-9F65-C32BF7549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Check the first and the last 10 rows of the dataset.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How many rows and columns are there in the dataset?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Clean the data-check which column contains only null values and remove it. Check the </a:t>
            </a:r>
            <a:r>
              <a:rPr lang="en-CA" dirty="0" err="1"/>
              <a:t>dataframe</a:t>
            </a:r>
            <a:r>
              <a:rPr lang="en-CA" dirty="0"/>
              <a:t> to make sure the column is removed.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For ‘speeding’, were males stopped more than females? What was the difference?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Does gender affect who gets searched during a stop?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What is the maximum </a:t>
            </a:r>
            <a:r>
              <a:rPr lang="en-CA" dirty="0" err="1"/>
              <a:t>stop_duration</a:t>
            </a:r>
            <a:r>
              <a:rPr lang="en-CA" dirty="0"/>
              <a:t> frequency?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Compare the age distributions of each violation.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Find average age for violating drivers.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How many times were the </a:t>
            </a:r>
            <a:r>
              <a:rPr lang="en-CA" dirty="0" err="1"/>
              <a:t>violaters</a:t>
            </a:r>
            <a:r>
              <a:rPr lang="en-CA" dirty="0"/>
              <a:t> arrested?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How many times were there </a:t>
            </a:r>
            <a:r>
              <a:rPr lang="en-CA" dirty="0" err="1"/>
              <a:t>drug_related_stops</a:t>
            </a:r>
            <a:r>
              <a:rPr lang="en-CA" dirty="0"/>
              <a:t>?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9888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122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Analyse Police checkpost  Dataset</vt:lpstr>
      <vt:lpstr>Analysis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Police checkpost  Dataset</dc:title>
  <dc:creator>navneet popli</dc:creator>
  <cp:lastModifiedBy>navneet popli</cp:lastModifiedBy>
  <cp:revision>5</cp:revision>
  <dcterms:created xsi:type="dcterms:W3CDTF">2020-11-05T00:21:27Z</dcterms:created>
  <dcterms:modified xsi:type="dcterms:W3CDTF">2020-11-05T00:53:10Z</dcterms:modified>
</cp:coreProperties>
</file>