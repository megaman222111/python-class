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8E98-0291-4C53-BFF3-997048076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5238A-B5B8-4A8B-ADEE-AFC5DBEA2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C864B-EBE2-4C2A-9F99-9CF18CFF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5F7A6-F8EB-4457-8769-1DF5DADE5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34B16-E26F-4F5F-922C-9DBA36BB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980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6291-42B8-4473-AFBB-80664AC0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A791-9143-4C7D-8E4E-9108AFF71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340CD-227A-4576-8C8C-2D1396C7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29F9-CC8B-473F-A4B9-7B70FA22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F3B01-F131-400E-9769-211DA815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717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7246-B88D-4B86-ACC2-C9AB9394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5E4DF-D6C0-462C-AA09-3D1A0547C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8B11B-AB94-4D1C-9A04-1D83F138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76D80-B982-498C-AEB6-317199C5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EB9EB-9D2D-49B9-8458-57E143D7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264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CED1-E101-4906-9450-543F040D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4EEEE-7000-46A4-9581-254AC3847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8783D-03EE-4DFA-A4BC-0A1F1C511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238BE-4771-41A1-A0C2-A560DEFC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C59F5-2D7F-45A9-AC3C-C1DD9FC9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2F0CB-54C7-42EE-AE84-F5B8DBFC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86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851A-F4E6-4066-AD31-6DEB72A58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04812-C13D-4ADD-BD3A-75EDA1D43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20A30-3AF7-48D7-8644-344BB8840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9BB18-0ACA-4908-887D-D7D46799F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21CFD-46EE-45E0-9CF7-B9088CEF5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CA584-8227-47CC-B9E5-24668CAC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C252D-3D89-4033-9368-9A71AEB4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12A27-18B3-4986-B7CD-DAA23355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9587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7320-6833-4D91-B3F4-8F696909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1D777-5A25-4A8B-8AE2-5C91701B3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337D7-4517-436C-A5D3-D3B62896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17F75-C28B-4ABD-BAF5-F6510737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2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E5C81-B749-42D2-A670-4EB45331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631C4-DDE8-432B-BB73-95EC3E231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CCE51-D7B0-4B17-9B3E-97890502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240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2692-EE73-4EAA-B5CD-2B57D325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9A46-3E4C-4FD8-AE00-99DF977FD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320FF-A87E-4BD4-83BC-6CA2CFC1B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29EDD-D086-4835-A149-6E86294F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C0B37-7B12-462B-918B-D4695938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F79F1-366B-4F7E-A425-3318DDEF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115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2DBB-60F3-4515-AC4D-85E353221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9D69C9-CB1D-4E76-A2EE-7FFA44300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E413F-B8F4-4BF7-B9FC-FF9F478DD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1E386-FE8C-4370-A3A0-FC74574D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23B4A-D43B-445E-9334-7DBEC5A02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3D3A7-9D9B-47FA-B22D-20817087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583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B47C-D3F0-40A4-B3F6-9B6BB419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FC69F-5693-4666-8418-E1A2752BD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F7465-8DE4-4FD3-BC38-03881361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7EEA-26A6-444E-A149-CD43A829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19901-4FEC-45ED-89EB-15FAB68D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87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8C06E-483C-4CC7-8149-40FC6B752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5583F-F08E-4604-BF6D-BCC41F8F1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E0137-5EA9-4D50-A923-0F58197E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6319C-BA19-4014-BBA8-F15D4C8C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9A6AB-3DFE-4A0C-A068-4AA2209E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019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FA675-B051-4139-B8DD-6BBEFD0E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9F3D-1689-4679-B94D-B900A3B9F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5D1BF-0885-44F1-B43F-A610D43FC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C249F-A114-4809-A800-4C7CE49F4477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273EA-B306-4DA1-BE90-F33FD92B1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F664-784D-4E78-BF90-885D7630C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4D15-DBA1-44C4-883D-189ACF2354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187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D838-EDF6-4B05-93B0-23849CA98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Predicting Revenue-Multiple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30158-A11A-4DC5-8969-DDE5035E48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96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AA20-DF86-4332-9A51-4D2FA079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Importing libraries and loading dataset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C321BB-6C4A-4AC3-AF00-B2DBF892D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00" t="27015" r="45151" b="10266"/>
          <a:stretch/>
        </p:blipFill>
        <p:spPr>
          <a:xfrm>
            <a:off x="46891" y="1908516"/>
            <a:ext cx="11399521" cy="504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8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0A17-210B-4FC7-BE27-EFC6BA82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3BF1AE-9CB2-4000-A29B-4CDF5CFDD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58" t="26153" r="57153" b="4877"/>
          <a:stretch/>
        </p:blipFill>
        <p:spPr>
          <a:xfrm>
            <a:off x="-70338" y="79717"/>
            <a:ext cx="6996332" cy="675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2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809D-176C-4F1A-97D0-22038B01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Check for null values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2C62FC-883F-4001-B424-FC8B02121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00" t="36740" r="71459" b="47661"/>
          <a:stretch/>
        </p:blipFill>
        <p:spPr>
          <a:xfrm>
            <a:off x="65649" y="1844040"/>
            <a:ext cx="3901440" cy="144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7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9220-906A-48C2-9B9B-280D8605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537" y="9314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Take independent and dependent variable table, split into test and train data, apply linear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820496-C06D-44E7-9144-13B92A1C3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082" t="32726" r="35634" b="6386"/>
          <a:stretch/>
        </p:blipFill>
        <p:spPr>
          <a:xfrm>
            <a:off x="98472" y="1533379"/>
            <a:ext cx="12135731" cy="533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6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D146-B880-4279-B9D9-47A873CD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Fit the model, find predicted values, find score of the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E00612-0893-452A-86CE-19AAF0FEA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719" t="24320" r="36725" b="45216"/>
          <a:stretch/>
        </p:blipFill>
        <p:spPr>
          <a:xfrm>
            <a:off x="121919" y="1871003"/>
            <a:ext cx="11985675" cy="477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5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07A7-AD7A-458B-8AB5-D5100B11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3F2886-4F00-4BBE-A611-F876CDE75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597" t="52770" r="71398" b="31281"/>
          <a:stretch/>
        </p:blipFill>
        <p:spPr>
          <a:xfrm>
            <a:off x="65648" y="1739704"/>
            <a:ext cx="4679977" cy="1749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BC363B-0189-4DE7-82C9-EB18275A41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3" t="66120" r="76577" b="15419"/>
          <a:stretch/>
        </p:blipFill>
        <p:spPr>
          <a:xfrm>
            <a:off x="5008098" y="1981199"/>
            <a:ext cx="6644639" cy="313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2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43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Predicting Revenue-Multiple Linear Regression</vt:lpstr>
      <vt:lpstr>Importing libraries and loading dataset</vt:lpstr>
      <vt:lpstr>PowerPoint Presentation</vt:lpstr>
      <vt:lpstr>Check for null values</vt:lpstr>
      <vt:lpstr>Take independent and dependent variable table, split into test and train data, apply linear regression</vt:lpstr>
      <vt:lpstr>Fit the model, find predicted values, find score of the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Revenue-Multiple Linear Regression</dc:title>
  <dc:creator>navneet popli</dc:creator>
  <cp:lastModifiedBy>navneet popli</cp:lastModifiedBy>
  <cp:revision>6</cp:revision>
  <dcterms:created xsi:type="dcterms:W3CDTF">2020-10-12T05:06:00Z</dcterms:created>
  <dcterms:modified xsi:type="dcterms:W3CDTF">2020-10-12T05:36:51Z</dcterms:modified>
</cp:coreProperties>
</file>