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8" d="100"/>
          <a:sy n="68" d="100"/>
        </p:scale>
        <p:origin x="608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F041-15A4-4DB8-94F5-FEBE78B51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EE037-6C6E-4F21-A440-E6041EEE1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285C1-D55D-4BB5-BC0C-A000FEC02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5F03-0C8C-4596-825D-F0092F051D2A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9A4CB-2F20-4158-866C-ED3A627C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E84A0-A7FA-4943-A7E1-133AB9302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CA6-FCE2-40CF-AD6B-7F2B9ED83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6950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44010-719D-4E9B-BAB6-938719E54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EDBB1-4534-4EC3-8451-0F3A900F9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47EA3-7602-4F04-ABD3-2C8D03202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5F03-0C8C-4596-825D-F0092F051D2A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26A93-6697-47DC-816F-521DEC96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9D4D9-0BEF-4946-A66F-CE601AB8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CA6-FCE2-40CF-AD6B-7F2B9ED83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5233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D841D-1E0C-4EBC-9998-A9854FB32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FA0D0-7DE3-44F5-B50B-857D75E2C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FBB9D-88C3-48AE-8368-126EE249E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5F03-0C8C-4596-825D-F0092F051D2A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11D8B-EB9D-469C-843A-B1C3D7FC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A1EB8-53B7-494C-A67C-E9C88549A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CA6-FCE2-40CF-AD6B-7F2B9ED83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460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9921F-E776-42B3-8240-BE9B42A5E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CF723-E6D8-4E93-A0C0-6640A3812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F2466-CE1F-42AF-A937-B6EBFB738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2F9B8-7112-4FCA-8E09-AE356DF7D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5F03-0C8C-4596-825D-F0092F051D2A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8006A-550A-4D2E-9FB1-A19594DA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623E8-C784-491F-B4B9-F107EA0FF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CA6-FCE2-40CF-AD6B-7F2B9ED83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783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D4D13-904A-4F79-B9B8-3F140CD22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D5178-0764-426E-A82B-8CB4F88BC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49102-EEE5-4CBE-A9F1-84B265915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65B573-138E-4507-944D-98FEB53C3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AFF66E-263E-4017-8B34-41DE1E9AD2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A6B8B7-DA46-4C3C-B4C8-44CDCB229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5F03-0C8C-4596-825D-F0092F051D2A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6A1DE8-57CC-41BB-B329-C3813121A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4F9364-5D82-4C9B-A753-FC16ED00C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CA6-FCE2-40CF-AD6B-7F2B9ED83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2501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133C7-8E1E-4BD7-8B97-8A9B6EDD1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301AF-09BB-433A-A733-F12D6C4A7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5F03-0C8C-4596-825D-F0092F051D2A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F8E6D-2936-416E-A685-73D0C039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3CAF7-27C0-44B4-BD92-E86075DB0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CA6-FCE2-40CF-AD6B-7F2B9ED83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0662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2C2F4B-E11A-4D47-829B-265B60F54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5F03-0C8C-4596-825D-F0092F051D2A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3E376A-B39E-469B-A6BB-F4421FD6A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E4485-B2AC-4CE0-8FA7-2810DF90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CA6-FCE2-40CF-AD6B-7F2B9ED83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83631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29DE5-2652-4378-A365-062AC0A6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28A70-2E29-4803-B9D0-C9095B193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59C05-6961-499A-A976-565C5874F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39185-6438-4308-A42B-3F55C92D0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5F03-0C8C-4596-825D-F0092F051D2A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D3922-0570-449C-A305-BF3C8A38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3FE25-885E-4803-BAB6-A21F6446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CA6-FCE2-40CF-AD6B-7F2B9ED83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527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BF7C-3CFA-49AB-AA4D-BBCFF7F83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DC7D73-0959-4AEC-B7C6-2F74A16FB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287D4-6692-424C-B24F-295C86D89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FF0EF-9493-4C24-8954-9E9B06E00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5F03-0C8C-4596-825D-F0092F051D2A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799BF-506A-4797-8EBD-CB0EF2A3D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E1342-0F77-4A26-9F62-E90E0371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CA6-FCE2-40CF-AD6B-7F2B9ED83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0296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CD1A-9AD9-40DA-B9F9-14CBE534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7C931-AEB2-4965-8867-37D504A50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36C62-3AB9-4952-9CAA-ED30C7EC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5F03-0C8C-4596-825D-F0092F051D2A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7320B-1888-4792-9265-55A05B86F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602BE-3584-49C3-9D92-22FAD24D7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CA6-FCE2-40CF-AD6B-7F2B9ED83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405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D205A-B568-406A-A623-B111F6978D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9AC90-8D4D-4FA8-AEB2-17D448100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1FE1C-5D52-4D15-AC5A-110558767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E5F03-0C8C-4596-825D-F0092F051D2A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9EDAB-15D0-4568-929D-49082D028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923AE-DDC3-4475-B837-AF7B6C8B6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E5CA6-FCE2-40CF-AD6B-7F2B9ED83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0791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E225EA-5C0C-4EE8-9685-2D8D0867D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6E409-A07B-4086-9068-1C248B9D5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B1DDD-B1BE-47B8-A6EF-4EC8C891AA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E5F03-0C8C-4596-825D-F0092F051D2A}" type="datetimeFigureOut">
              <a:rPr lang="en-CA" smtClean="0"/>
              <a:t>2020-10-11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1A9CF-2BCD-4B0C-9A8D-5FBBF0A5B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06939-89C5-4B76-B061-95CDBE059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E5CA6-FCE2-40CF-AD6B-7F2B9ED83EB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582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7B61-E767-44EE-82F7-0DA9E0D8CF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Predicting salary based on years of experience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0153A-D179-4572-8C58-12F9944CC5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9044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9C9B5-81E4-479E-8087-BCB6D0934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Import libraries and load data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8EB725-7F5A-446B-9737-68F6DC13B9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112" t="27337" r="47878" b="19642"/>
          <a:stretch/>
        </p:blipFill>
        <p:spPr>
          <a:xfrm>
            <a:off x="314178" y="1922584"/>
            <a:ext cx="7826327" cy="486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7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14FE2-782F-4F5F-A6DA-208EF8365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AFD993-6858-4322-8A74-6C8DF99BA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0871" r="68610"/>
          <a:stretch/>
        </p:blipFill>
        <p:spPr>
          <a:xfrm>
            <a:off x="99232" y="182880"/>
            <a:ext cx="4693161" cy="665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04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ADAC-23CD-4660-BEE6-AE64299F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Show it’s a linear relationship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E099F7-0AB5-43A4-ADCA-91FC99CCF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46" t="34343" r="52120" b="8543"/>
          <a:stretch/>
        </p:blipFill>
        <p:spPr>
          <a:xfrm>
            <a:off x="84405" y="1430215"/>
            <a:ext cx="7432431" cy="537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0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6540-D11A-4582-9BC3-791195B2A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Checking null values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279BCB-ECF8-434C-BE70-E33F3FF75A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961" t="45873" r="75460" b="36130"/>
          <a:stretch/>
        </p:blipFill>
        <p:spPr>
          <a:xfrm>
            <a:off x="121920" y="1299137"/>
            <a:ext cx="4806462" cy="248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1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9ACEF-71D6-4EDE-985F-4A338F2D1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Find X and y and split into test and train dataset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E629C9-04C3-4EE6-B247-5651C219C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324" t="31325" r="35695" b="8219"/>
          <a:stretch/>
        </p:blipFill>
        <p:spPr>
          <a:xfrm>
            <a:off x="-1" y="1749082"/>
            <a:ext cx="12051323" cy="513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451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C681-BD2A-45D8-955F-0E67EBFCE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Fit linear regression model, find score, predict test values and compare with actual values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34BDBD-8144-4A15-8E35-F9080273CB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45" t="25721" r="22479" b="21474"/>
          <a:stretch/>
        </p:blipFill>
        <p:spPr>
          <a:xfrm>
            <a:off x="-46893" y="1690688"/>
            <a:ext cx="12196689" cy="503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73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5BAA-7888-4D8D-B618-EBFC1FCB9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B7C554-324E-464C-93A3-83FC3128D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840" t="33696" r="55395" b="29987"/>
          <a:stretch/>
        </p:blipFill>
        <p:spPr>
          <a:xfrm>
            <a:off x="454855" y="1690687"/>
            <a:ext cx="9781735" cy="529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705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3DC86-06E1-4405-98E8-D9A88278A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EDB60-7553-4BFB-A6A1-24E4F042B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6994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B060E-3B4A-449F-9096-8B2BD014B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AECF0-CB97-4AFD-90A0-6436A346C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3803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47</Words>
  <Application>Microsoft Office PowerPoint</Application>
  <PresentationFormat>Widescreen</PresentationFormat>
  <Paragraphs>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Predicting salary based on years of experience</vt:lpstr>
      <vt:lpstr>Import libraries and load data</vt:lpstr>
      <vt:lpstr>PowerPoint Presentation</vt:lpstr>
      <vt:lpstr>Show it’s a linear relationship</vt:lpstr>
      <vt:lpstr>Checking null values</vt:lpstr>
      <vt:lpstr>Find X and y and split into test and train dataset</vt:lpstr>
      <vt:lpstr>Fit linear regression model, find score, predict test values and compare with actual values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salary based on years of experience</dc:title>
  <dc:creator>navneet popli</dc:creator>
  <cp:lastModifiedBy>navneet popli</cp:lastModifiedBy>
  <cp:revision>6</cp:revision>
  <dcterms:created xsi:type="dcterms:W3CDTF">2020-10-12T04:30:07Z</dcterms:created>
  <dcterms:modified xsi:type="dcterms:W3CDTF">2020-10-12T04:50:39Z</dcterms:modified>
</cp:coreProperties>
</file>