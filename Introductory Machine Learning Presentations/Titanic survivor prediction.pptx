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4D3B-F2A0-49F0-A088-A6D288F6E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086BF-8A79-44C7-98F6-00E2C4BC2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1606-332C-49DA-B679-9DEC556E7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02F32-7ECD-4436-98F3-D148650B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25050-4B2C-4DDF-95FA-5A0AE719F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729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8F9A-22F4-4A87-9D91-FCD5A9E07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6CE0A-51E2-4628-90AA-B434649A7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880D-7965-4515-B3B9-15549C12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FD5D8-A0EC-4D9B-913D-AF8FBF702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F049D-1F04-41B9-9BAB-DCE636D5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957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97AB-1E31-4464-A19B-0E6B12F16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506F-978B-4CEB-AC3B-B29CBFBE6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B2ADE-D4EB-4312-B762-70B8786F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C22B7-5080-4FB3-8952-201E3E32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46E17-780B-4C53-8E23-EDA01E33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89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226D-60B9-47DF-A350-1279D1D6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12AE-A2FE-42D4-A190-BB2EB70C8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647DD-A001-40AD-A713-20CDEC1D7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DB877-DFA7-4136-AC90-3BB5177C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60FB-3E4E-44C3-8B59-09C44A71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79986-EA2A-4774-B8DD-94A7D474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824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C741-085B-4844-8F0C-B8EDF892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AB95A-AF98-4CF9-BE17-EBDB0BDD5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78F50-FCD7-4C8D-BB72-191485A0C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706DC-B7C6-4193-B778-FBC291ED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36D8A-CFBF-4802-9FFF-343C3D4F4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4570D-20C6-47B7-93FF-EC5D9F783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6B5C2-E330-4C9A-9048-039E03B2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D7EC42-C680-4751-9DB8-D29B895A9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70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1F88-E9F9-47D0-96D4-A9EB1DBD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535A6-68EB-481A-9B7D-F80E2DC4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26DFF-49DE-4D25-B1B4-27214083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34DF8-D887-4891-96AC-970AF6DF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482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AA2F7-1579-4709-BB74-1566DC23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50AAC-2F57-4DA6-B832-2621CDDB8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985A6-14A6-4687-8F59-259BA5E1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821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B6C5-5AC4-46E6-B07E-51260CBD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AA277-AE62-4009-81E9-D3465FEC0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03FA6-BF53-4503-9994-6AE452649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561FD-2602-47A0-B0C8-13C48676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2257E-D1AB-43DD-91A5-2AF50DDE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60204-636F-4D0D-9DFF-DE5990A9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571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CA05-B184-44B8-9192-0AE115E7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21B061-0DFD-4F9D-BD23-2657EC372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FECCD-1AE9-4604-9C1B-E2F1F26FE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D528D-B1D1-4DE6-BA2E-28C94FC0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A359-FF8D-41D2-AE2F-76E88C15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527D7-BEEB-4D6D-AE4F-55FFF6B5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183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2926-AD99-4F2E-A2A1-302FC595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DC842-9511-4780-A8F9-32EF9738B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BC458-55A8-44C1-9050-2951D79C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B7876-599A-46C3-B2AA-E11E1D35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2A787-8082-4B6C-B5DD-6066BD20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43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06F29B-1ABA-427B-9AE9-51E41E7E4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78E65-0EA2-468D-ADE9-FA73C448C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5B37B-C5BC-40CE-8AAF-B0DEBC7E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58703-8C89-4ECD-9587-A7F21099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B09AA-2E77-45DB-89C0-8111483C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437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505646-D037-431D-8CE0-739D8AF5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0AA8A-4797-4198-9895-6C7B265CE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65C34-C7A0-47AF-8FBA-BE143F6B4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B217A-BD11-4A10-902E-AF06A10AF0A3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304B8-302F-4E8F-9415-786135062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F4479-06B0-420D-9011-E634D4A53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F40E3-7CF1-49AA-96D4-7D3ACC1466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24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9AD0-6BBF-49DB-B705-1C286C5F4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Titanic survivor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E2561-A9D9-4494-A2B5-BB5386B2F0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99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B523-6408-49E8-825E-7FA0266D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Preparing the Titanic dataset</a:t>
            </a:r>
            <a:br>
              <a:rPr lang="en-US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EFDF-B387-44E7-9077-367D08A66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Titanic dataset we need to guess whether the individuals from the </a:t>
            </a:r>
            <a:r>
              <a:rPr lang="en-US" i="1" dirty="0"/>
              <a:t>test</a:t>
            </a:r>
            <a:r>
              <a:rPr lang="en-US" dirty="0"/>
              <a:t> dataset had survived or not.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304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C980-F788-4BC4-980C-22E99FEFC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1B0-3C12-44FC-9498-D9A9F06D6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47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734B-D4B4-40C2-8B36-9C7DC7C9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52808-7FE6-4202-9BBA-DABBB20EC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91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A43E-C4ED-40D9-8A00-A8F7E415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9553-9FE8-4D47-8A8A-7B58BD831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99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0EC71-F9FC-449E-B16A-48875796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C516-99A9-44C7-B50A-8D476D382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16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A51B-0060-47B4-916B-D1BD3A18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C30B9-7A35-4CCD-80F7-620483A8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380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55BF-326A-4AC4-9F1E-8B61CC7B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FAABF-E4A7-4448-9199-78D5F7F94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5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0E26-1AAD-45B3-869B-2DCC042A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45AF-8C0E-4A62-9340-1F1695947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0670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Titanic survivor prediction</vt:lpstr>
      <vt:lpstr>Preparing the Titanic dataset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survivor prediction</dc:title>
  <dc:creator>navneet popli</dc:creator>
  <cp:lastModifiedBy>navneet popli</cp:lastModifiedBy>
  <cp:revision>2</cp:revision>
  <dcterms:created xsi:type="dcterms:W3CDTF">2020-10-12T03:58:02Z</dcterms:created>
  <dcterms:modified xsi:type="dcterms:W3CDTF">2020-10-12T04:38:05Z</dcterms:modified>
</cp:coreProperties>
</file>